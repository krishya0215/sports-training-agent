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研究问题与技术方案对应关系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834640" cy="6400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训练指导缺乏科学依据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与权威支撑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用户口语化与专业文档语义鸿沟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单次检索覆盖不足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生成幻觉问题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283464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ST-RAG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+ MQE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约束感知检索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引用约束与后校验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834640" cy="64008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缺乏长期用户信息记忆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难以实现个性化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178308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无状态模型与长期训练过程不匹配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检索忽略用户状态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记忆无限膨胀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A745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91840" y="3520440"/>
            <a:ext cx="2834640" cy="14630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三层记忆体系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工作记忆 + 情景记忆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语义记忆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记忆感知检索 + 遗忘机制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1005840"/>
            <a:ext cx="2834640" cy="640080"/>
          </a:xfrm>
          <a:prstGeom prst="rect">
            <a:avLst/>
          </a:prstGeom>
          <a:solidFill>
            <a:srgbClr val="E85D04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005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单一模型难以覆盖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多角色专业指导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783080"/>
            <a:ext cx="2834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训练规划/技术指导/康复角色知识结构差异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复杂问题建议片面化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风险遗漏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246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5D04"/>
                </a:solidFill>
              </a:rPr>
              <a:t>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09360" y="3520440"/>
            <a:ext cx="2834640" cy="14630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114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规划/技术/康复教练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LangGraph状态图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意图识别与调度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知识失配                    状态失配                    角色失配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研究问题与技术方案对应关系</dc:title>
  <dc:subject>PptxGenJS Presentation</dc:subject>
  <dc:creator>刘冰彦</dc:creator>
  <cp:lastModifiedBy>刘冰彦</cp:lastModifiedBy>
  <cp:revision>1</cp:revision>
  <dcterms:created xsi:type="dcterms:W3CDTF">2026-05-10T15:34:49Z</dcterms:created>
  <dcterms:modified xsi:type="dcterms:W3CDTF">2026-05-10T15:34:49Z</dcterms:modified>
</cp:coreProperties>
</file>