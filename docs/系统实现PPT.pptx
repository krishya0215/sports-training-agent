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系统实现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基于多智能体与检索增强生成的智能运动训练系统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刘冰彦 | 22301126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系统实现概述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开发环境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技术栈选型与开发配置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前端实现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Vue3五大功能页面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后端实现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三大核心模块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模块集成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434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记忆 + 多智能体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04.1  开发环境与技术栈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011680" cy="18288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 + Vite + Axios + Pinia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051560"/>
            <a:ext cx="2011680" cy="18288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LangGraph + SQLAlchemy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2011680" cy="1828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ChromaDB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1051560"/>
            <a:ext cx="2011680" cy="1828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+ Embedding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1554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开发工具与环境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+ Node.js 18+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Git版本控制 + PyCharm/VS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ChromaDB向量数据库 + SQLite关系数据库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04.2  前端展示层实现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 实现的五大功能页面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0817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用户信息页面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3716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个人资料查看与编辑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93392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121408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08483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AI教练问答页面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08483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智能问答与引用展示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06624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28346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79806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训练计划页面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7980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计划生成、查看、修改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419856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5478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5112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健康记录页面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35112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训练、饮食、体重记录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33088"/>
            <a:ext cx="80467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261104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261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22452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知识库管理页面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422452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文档上传与维护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04.2  前端核心功能特性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用户信息管理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注册/登录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资料编辑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头像上传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05156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0515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AI教练问答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流式响应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引用展示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单/多智能体切换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515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训练计划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计划生成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周期安排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进度追踪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1051560"/>
            <a:ext cx="20116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0515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训练记录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8660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饮食记录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体重追踪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04.3  后端服务层实现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LangGraph 技术架构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011680" cy="27432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FastAPI框架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路由管理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中间件集成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280160"/>
            <a:ext cx="2011680" cy="27432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RAG检索模块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1965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 + MQE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记忆感知检索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引用约束生成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2011680" cy="27432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记忆管理模块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三层记忆体系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记忆巩固服务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遗忘机制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1280160"/>
            <a:ext cx="2011680" cy="27432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1463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多智能体模块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19659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意图识别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角色智能体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结果整合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04.3.2  RAG检索模块实现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ST-RAG：语义增强RAG策略实现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081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40817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生成假设性专业回答，映射到专业知识空间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14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1214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多查询扩展，将复杂问题拆解为语义子查询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06624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记忆感知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2834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融合用户长期状态，实现个性化检索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47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RRF融合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5478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Fusion多查询结果融合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33088"/>
            <a:ext cx="8046720" cy="62179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611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引用约束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26110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强制引用来源，后校验降低幻觉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知识库：运动训练领域专业文档 | 向量数据库：ChromaDB + HNSW索引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04.3.3  长期记忆模块实现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三层记忆体系实现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914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工作记忆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功能: 当前会话上下文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更新: 每次交互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存储: memory_working_messages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31720"/>
            <a:ext cx="914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情景记忆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功能: 历史训练事件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更新: 每次交互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2743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存储: memory_episodic_events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83280"/>
            <a:ext cx="914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语义记忆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功能: 长期用户特征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更新: 周期更新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存储: memory_semantic_facts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核心功能：记忆感知检索 | 记忆巩固服务 | 遗忘机制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04.3.4  多智能体模块实现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基于LangGraph的多智能体协同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训练规划教练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关键词: 计划、规划、周期、目标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制定科学训练计划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技术指导教练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关键词: 动作、姿势、技术、要领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提供动作指导与纠正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运动康复教练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关键词: 恢复、康复、损伤、预防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611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损伤风险评估与恢复建议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工作流程：意图识别 → 任务分发 → 协同执行 → 结果整合 → 异常兜底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04.3  数据存储层设计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39319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关系数据库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用户信息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训练计划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健康记录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对话历史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39319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运动训练知识库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文档向量存储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语义相似度检索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HNSW索引优化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元数据过滤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04.4  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前端实现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5176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Vue3五大功能页面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用户信息/AI问答/训练计划/健康记录/知识库管理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后端实现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三大核心模块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RAG检索/三层记忆/多智能体协同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66160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5176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双库架构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ChromaDB双库协同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完成系统全流程工程实现，为第五章测试验证奠定基础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系统实现</dc:title>
  <dc:subject>PptxGenJS Presentation</dc:subject>
  <dc:creator>刘冰彦</dc:creator>
  <cp:lastModifiedBy>刘冰彦</cp:lastModifiedBy>
  <cp:revision>1</cp:revision>
  <dcterms:created xsi:type="dcterms:W3CDTF">2026-05-12T10:34:38Z</dcterms:created>
  <dcterms:modified xsi:type="dcterms:W3CDTF">2026-05-12T10:34:38Z</dcterms:modified>
</cp:coreProperties>
</file>