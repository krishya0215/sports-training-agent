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42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系统测试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基于多智能体与检索增强生成的智能运动训练系统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刘冰彦 | 22301126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测试概述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测试环境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硬件与软件配置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三大模块测试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RAG、记忆、多智能体功能验证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综合对比实验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消融实验与阈值对照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非功能性测试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性能、安全、兼容、易用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05.1  测试环境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硬件环境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CPU: Apple M2 Pro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内存: 16GB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存储: 512GB SSD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操作系统: macOS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软件环境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Vue3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ChromaDB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12801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运动训练领域测试样本：300条 | 用户画像：5类 | 复杂任务：50个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05.2.1  基于RAG的科学化训练指导功能测试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测试目标：验证ST-RAG在知识检索与生成方面的性能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评估指标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目标阈值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达标情况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Precision@5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≥0.80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达标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Recall@5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≥0.75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达标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≥0.85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达标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≥0.85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达标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核心指标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Precision@5: 0.84  |  Faithfulness: 0.88  |  Relevancy: 0.91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05.2.2  基于长期记忆的个性化训练管理测试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测试目标：验证三层记忆体系对个性化匹配的提升效果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182880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个性化匹配准确率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057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860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≥0.85  ✓ 达标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测试场景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膝关节伤病用户 → 优先召回康复建议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力量训练者 → 优先召回高负荷训练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256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减脂用户 → 优先召回有氧+饮食建议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新手用户 → 优先召回基础动作指导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05.2.3  基于多智能体协同的完整训练支持测试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测试目标：验证多智能体在复杂任务中的协同决策能力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182880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任务完成率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057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860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≥0.90  ✓ 达标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复杂任务测试用例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减脂期间跑步膝盖疼怎么办 → 训练规划 + 康复协同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增肌期深蹲动作不标准 → 技术指导 + 训练规划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运动损伤后如何恢复训练 → 康复 + 训练规划协同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05.2.4  系统级综合对比与讨论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消融实验：逐级对照方案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Precision@5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个性化准确率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任务完成率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裸LLM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基础RAG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RAG+记忆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RAG+记忆+多智能体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三者协同效果显著：Precision提升61.5%，个性化准确率提升93.3%，任务完成率提升52.5%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05.3  非功能性测试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性能测试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平均响应时间&lt;8秒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复杂查询&lt;15秒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首屏加载&lt;2秒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515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697480" y="105156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78892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安全性测试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Token身份鉴权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密码加密存储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108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接口权限控制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93776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兼容性测试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Chrome 120+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Safari 17+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108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响应式布局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05156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995160" y="1051560"/>
            <a:ext cx="201168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8660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易用性测试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界面简洁直观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操作逻辑清晰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108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错误提示友好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05.3.1  性能测试详情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实际值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AI问答平均响应时间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&lt;8秒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复杂查询最大响应时间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首页首屏加载时间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知识库加载时间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非AI接口响应时间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结论：所有性能指标均达标，系统响应流畅，用户体验良好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05.4  测试总结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全部通过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RAG/记忆/多智能体三大模块均达目标阈值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对比实验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效果显著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三者协同带来显著性能提升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符合要求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性能/安全/兼容/易用性均达标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核心指标: Precision@5=0.84  |  个性化准确率=0.87  |  任务完成率=0.93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Macintosh PowerPoint</Application>
  <PresentationFormat>全屏显示(16:9)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系统测试</dc:title>
  <dc:subject>PptxGenJS Presentation</dc:subject>
  <dc:creator>刘冰彦</dc:creator>
  <cp:lastModifiedBy>a2308</cp:lastModifiedBy>
  <cp:revision>1</cp:revision>
  <dcterms:created xsi:type="dcterms:W3CDTF">2026-05-12T10:26:09Z</dcterms:created>
  <dcterms:modified xsi:type="dcterms:W3CDTF">2026-05-12T10:31:26Z</dcterms:modified>
</cp:coreProperties>
</file>