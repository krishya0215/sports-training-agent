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记忆遗忘机制：让记忆库自然新陈代谢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高价值信息留下、低频信息淡化、被反复使用的反向强化 —— 长期运行下记忆库自洽稳定。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入库 ≠ 永久保留：随着使用时间增长，记忆库会持续膨胀。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需要一套机制让"过期信息自动让位、常用信息反向强化"。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141732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D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核心公式（公式 4-2）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strength(t)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ctr" indent="0" marL="0">
              <a:buNone/>
            </a:pPr>
            <a:r>
              <a:rPr lang="en-US" sz="220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exp(−λ·Δt)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 </a:t>
            </a:r>
            <a:pPr algn="ctr" indent="0" marL="0">
              <a:buNone/>
            </a:pPr>
            <a:r>
              <a:rPr lang="en-US" sz="2200" b="1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· log(1 + access_count)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9B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自然衰减项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DD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访问加成项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D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时间一过就漏电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3063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D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每次被检索就充电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关键参数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λ = 0.01 /天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半衰期 ≈ 69 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DD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= 0.05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访问加成系数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阈值 = 0.1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归档触发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Δt 单位 = 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距上次访问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两项各自独立：时间是自然过程，访问是用户行为 —— 因果机制不同，所以用「加号」叠加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公式来源：Ebbinghaus 遗忘曲线 + Hebbian 强化学习的工程化实现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公式的两项分别在做什么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左：随时间衰减的「自然遗忘」 · 右：随访问次数累积的「反向强化」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E9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6052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9B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自然衰减项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exp(−λ·Δt)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含义：</a:t>
            </a:r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记忆「自己」随时间淡化的过程。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上限：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Δt = 0 时等于 importance（刚入库不衰减）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下限：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Δt → ∞ 时趋近 0（彻底淡忘）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数值示例（importance = 0.85）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91840"/>
          <a:ext cx="3886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Δt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9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exp(−λ·Δt)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9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第一项值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9B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 天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1.000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0.85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 天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0.741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0.63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69 天 (半衰期)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0.500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E9B0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0.43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365 天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0.026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56B7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051560"/>
            <a:ext cx="4160520" cy="73152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访问加成项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· log(1 + access_count)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0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含义：</a:t>
            </a:r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每次被检索调用给记忆「充电」。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54880" y="21031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起点：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access = 0 时等于 0（没被用过则无加成）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对数曲线 → 边际效用递减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30175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数值示例（γ = 0.05）</a:t>
            </a:r>
            <a:endParaRPr lang="en-US" sz="10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291840"/>
          <a:ext cx="3886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access_count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log(1 + n)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第二项值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F8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0.69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0.035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2.40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0.120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50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3.93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0.196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λ 控制衰减时间尺度（半衰期 69 天对齐训练周期）  ·  γ 控制访问加成幅度（避免高频访问无界）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关键设计：为什么是「加法」而不是「乘法」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时间衰减是被动过程，访问加成是主动行为 —— 两个独立机制需要独立叠加。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候选形式对比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73152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乘法形式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exp(−λΔt) · (1 + γ·access)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问题：衰减项归零后无论访问多少次都救不回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高频使用的重要记忆会被错误删除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371600"/>
            <a:ext cx="73152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加法形式（采用）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importance · exp(−λΔt) + γ · log(1 + access)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两项独立：衰减项归零后访问加成仍能独立提升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常用记忆即使年代久远也会被保留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实测对照（importance = 0.85，体现「救回」与「强化」效果）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822960"/>
                <a:gridCol w="1005840"/>
                <a:gridCol w="1005840"/>
                <a:gridCol w="914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情景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Δt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access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衰减项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加成项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strength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判定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刚入库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0.850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F8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0.85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 个月没用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90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0.345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F8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0.34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活跃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年没用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365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F8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0.000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✗ 归档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年 + 访问 10 次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365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0.120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0.14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✓ 救回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年 + 访问 50 次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365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50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3557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0.022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0.196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0.22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✓ 强化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看第 3 行 vs 第 4 行：仅靠访问加成 +0.12 就把 0.02 救到 0.14，越过 0.1 阈值 → 不被归档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归档逻辑：软删除而非硬删除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 &lt; 0.1 时触发 → SQL 自动过滤 → 不再参与检索 → 但可人工审计追溯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触发条件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605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08760"/>
            <a:ext cx="292608" cy="292608"/>
          </a:xfrm>
          <a:prstGeom prst="ellipse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周期任务扫描全部活跃语义事实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" y="1801368"/>
            <a:ext cx="0" cy="164592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2011680"/>
            <a:ext cx="292608" cy="292608"/>
          </a:xfrm>
          <a:prstGeom prst="ellipse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对每条计算 strength = exp衰减 + log加成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" y="2304288"/>
            <a:ext cx="0" cy="164592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2514600"/>
            <a:ext cx="292608" cy="292608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4688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 &lt; 0.1 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" y="2807208"/>
            <a:ext cx="0" cy="164592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301752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 → UPDATE is_active = 0（软删除）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" y="3310128"/>
            <a:ext cx="0" cy="164592"/>
          </a:xfrm>
          <a:prstGeom prst="line">
            <a:avLst/>
          </a:prstGeom>
          <a:noFill/>
          <a:ln w="12700">
            <a:solidFill>
              <a:srgbClr val="5B6F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3520440"/>
            <a:ext cx="292608" cy="292608"/>
          </a:xfrm>
          <a:prstGeom prst="ellipse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list_semantic_facts WHERE is_active=1 自动过滤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1051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为什么是「软」删除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17720" y="13716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371600"/>
            <a:ext cx="73152" cy="594360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可追溯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归档记录保留在数据库里，可人工核查 / 恢复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20574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057400"/>
            <a:ext cx="73152" cy="594360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防误删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策略调整（比如调小 λ）时旧数据仍可重新激活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27432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2743200"/>
            <a:ext cx="73152" cy="594360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DELETE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 is_active 字段，不破坏外键引用与历史关系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4290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3429000"/>
            <a:ext cx="73152" cy="594360"/>
          </a:xfrm>
          <a:prstGeom prst="rect">
            <a:avLst/>
          </a:prstGeom>
          <a:solidFill>
            <a:srgbClr val="356B72"/>
          </a:solidFill>
          <a:ln w="12700">
            <a:solidFill>
              <a:srgbClr val="356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6B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 层过滤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3685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list_semantic_facts 默认 WHERE is_active=1，业务无感知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9B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结语：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衰减让记忆库自然新陈代谢，加成让常用信息免疫淘汰，软删除让系统行为可逆 —— 三者构成一个</a:t>
            </a:r>
            <a:pPr algn="ctr" indent="0" marL="0">
              <a:buNone/>
            </a:pPr>
            <a:r>
              <a:rPr lang="en-US" sz="1200" b="1" dirty="0">
                <a:solidFill>
                  <a:srgbClr val="EE9B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稳定、可解释、可调试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的长期记忆维护机制。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F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实现：backend/memory/memory_forgetting.py — class ForgettingService.decay_and_archive_facts()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记忆遗忘机制详解</dc:title>
  <dc:subject>PptxGenJS Presentation</dc:subject>
  <dc:creator>刘冰彦</dc:creator>
  <cp:lastModifiedBy>刘冰彦</cp:lastModifiedBy>
  <cp:revision>1</cp:revision>
  <dcterms:created xsi:type="dcterms:W3CDTF">2026-05-14T06:27:04Z</dcterms:created>
  <dcterms:modified xsi:type="dcterms:W3CDTF">2026-05-14T06:27:04Z</dcterms:modified>
</cp:coreProperties>
</file>