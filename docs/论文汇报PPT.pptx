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3A8A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基于多智能体与检索增强生成的</a:t>
            </a:r>
            <a:endParaRPr lang="en-US" sz="38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智能运动训练系统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Sports Training System Based on Multi-Agent and RAG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383280"/>
            <a:ext cx="2743200" cy="1828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本科毕业论文（设计）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学院：软件学院    专业：软件工程
</a:t>
            </a:r>
            <a:endParaRPr lang="en-US" sz="11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学生姓名：刘冰彦    学号：22301126
</a:t>
            </a:r>
            <a:endParaRPr lang="en-US" sz="11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指导教师：李令昆    北京交通大学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研究背景与意义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核心问题与技术方案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系统总体设计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1089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系统实现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703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系统测试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42976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结论与展望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1280160"/>
            <a:ext cx="36576" cy="3474720"/>
          </a:xfrm>
          <a:prstGeom prst="rect">
            <a:avLst/>
          </a:prstGeom>
          <a:solidFill>
            <a:srgbClr val="DBEAF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研究背景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研究背景与现状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全民健身战略深入推进，科学化运动训练需求持续增长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传统私人教练成本较高，难以满足大众化、持续性需求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大语言模型与智能体技术取得显著进展，为智能化训练提供新路径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现有智能训练系统仍存在三大共性不足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005840"/>
            <a:ext cx="2926080" cy="35661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核心挑战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0" y="16459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训练建议缺乏科学依据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缺乏长期用户记忆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单一模型难以多角色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4754880" cy="13716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520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三大共性不足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知识支撑不足  |  状态记忆缺失  |  多角色协同困难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研究意义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39319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理论意义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探索多智能体系统在运动训练领域的应用模式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结合MQE与HyDE提升RAG准确性和召回率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构建三层记忆管理系统，模拟人类记忆机制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39319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实际应用价值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为普通健身爱好者提供便捷、专业的训练指导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作为体育院校和训练机构的辅助教学工具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为运动康复领域提供损伤预防和恢复建议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核心问题分析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9144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5544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知识失配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645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用户口语化提问与专业文献表述错位，单次检索覆盖不足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31720"/>
            <a:ext cx="9144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55448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状态失配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2926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无状态模型无法跨会话保留用户状态，难以实现个性化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11880"/>
            <a:ext cx="9144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490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55448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角色失配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206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单一模型难以同时胜任训练规划、技术指导与运动康复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技术方案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针对三大核心问题的技术应对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51760" cy="33832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651760" cy="9144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ST-RAG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语义增强RAG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结合MQE与HyDE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解决知识失配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2103120" cy="54864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40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Precision@5: 0.84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280160"/>
            <a:ext cx="2651760" cy="33832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280160"/>
            <a:ext cx="2651760" cy="9144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三层记忆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3756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长期记忆体系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651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工作/情景/语义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解决状态失配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11880" y="3840480"/>
            <a:ext cx="2103120" cy="54864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3840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匹配准确率: 0.87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280160"/>
            <a:ext cx="2651760" cy="3383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280160"/>
            <a:ext cx="2651760" cy="9144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554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12648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协同决策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规划/技术/康复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解决角色失配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840480"/>
            <a:ext cx="2103120" cy="54864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840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完成率: 0.93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系统总体架构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前端展示层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Vue3 + Vite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60A5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后端服务层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LangGraph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数据存储层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ChromaDB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模型服务层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Embedding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前后端分离架构 · 分层解耦 · 模块化设计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ST-RAG：语义增强RAG策略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解决「知识失配」问题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0116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查询增强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 + MQE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语义空间映射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33472" y="12801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33472" y="1280160"/>
            <a:ext cx="20116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633472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记忆感知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24912" y="23317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用户状态融合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个性化检索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53712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09744" y="12801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9744" y="1280160"/>
            <a:ext cx="20116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01184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结果融合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01184" y="23317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RRF排序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Cross-Encoder精排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9984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986016" y="12801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86016" y="1280160"/>
            <a:ext cx="20116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986016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77456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引用生成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77456" y="23317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约束引用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后校验降幻觉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4572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834640" y="4572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754880" y="4572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675120" y="4572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三层记忆体系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解决「状态失配」问题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51760" cy="32918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1463040"/>
            <a:ext cx="640080" cy="64008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工作记忆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最近10轮对话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当前任务状态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检索上下文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651760" cy="3291840"/>
          </a:xfrm>
          <a:prstGeom prst="rect">
            <a:avLst/>
          </a:prstGeom>
          <a:solidFill>
            <a:srgbClr val="60A5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463040"/>
            <a:ext cx="640080" cy="64008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情景记忆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历史训练记录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疲劳与恢复状态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阶段性目标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2651760" cy="32918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23760" y="1463040"/>
            <a:ext cx="640080" cy="64008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语义记忆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训练目标与偏好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运动能力等级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伤病历史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记忆感知检索：Query + User State 联合检索模式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多智能体协同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解决「角色失配」问题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9144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训练规划教练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 · 规划 · 周期 · 目标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制定科学训练计划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68880"/>
            <a:ext cx="91440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69748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2606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技术指导教练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 · 姿势 · 技术 · 要领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提供动作指导与纠正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03320"/>
            <a:ext cx="9144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3931920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840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运动康复教练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 · 康复 · 损伤 · 预防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损伤风险评估与恢复建议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系统功能模块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用户信息管理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注册、登录、个人资料管理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5156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AI教练问答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自然语言问答，支持单/多智能体模式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训练计划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个性化训练计划生成与管理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7180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训练表现、饮食、体重追踪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97180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知识库管理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703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运动科学知识库维护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记忆管理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703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跨会话用户状态追踪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前端实现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Vue3 + Vite 技术栈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62179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08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4081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用户信息页面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4081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个人资料查看与编辑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8046720" cy="62179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1214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AI教练问答页面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121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智能问答与引用展示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8046720" cy="62179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训练计划页面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计划生成、查看、修改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8046720" cy="62179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547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健康记录页面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3547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训练、饮食、体重记录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8046720" cy="62179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61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2611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知识库管理页面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42611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文档上传与维护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后端实现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LangGraph 技术栈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51760" cy="33832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RAG检索模块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HyDE假设文档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MQE多查询扩展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记忆感知检索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引用约束生成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651760" cy="33832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记忆管理模块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工作记忆管理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情景记忆存储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语义记忆抽象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遗忘机制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2651760" cy="3383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多智能体模块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意图识别路由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角色智能体池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LangGraph状态图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结果整合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数据存储层设计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39319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关系数据库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用户信息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训练计划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对话历史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记忆数据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39319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向量数据库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运动训练知识库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文档向量存储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语义相似度检索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HNSW索引优化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元数据过滤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系统测试：RAG模块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基于RAG的科学化训练指导功能测试（300条测试样本）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01168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36576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Precision@5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Top-5检索准确率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Recall@5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Top-5召回率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Faithfulness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答案可信度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答案相关性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系统测试：记忆模块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基于长期记忆的个性化训练管理测试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4572000" cy="201168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个性化匹配准确率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217920" y="2286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测试结论：三层记忆体系有效提升了用户状态追踪能力，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实现跨会话的个性化训练管理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系统测试：多智能体模块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基于多智能体协同的完整训练支持测试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4572000" cy="20116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任务完成率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217920" y="2286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测试结论：多智能体协同机制有效提升复杂训练支持任务完成率，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实现多角色专业分工与协同决策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对比实验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消融实验：逐级对照方案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19456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874520"/>
                <a:gridCol w="18745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Precision@5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个性化准确率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任务完成率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裸LLM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基础RAG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RAG+记忆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RAG+记忆+多智能体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非功能性测试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20116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平均响应时间&lt;8秒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复杂查询&lt;15秒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首屏加载流畅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05156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05156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1920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Token身份鉴权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密码加密存储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291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接口权限控制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5156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1920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Chrome 120+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Safari 17+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291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主流浏览器适配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95160" y="105156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95160" y="1051560"/>
            <a:ext cx="201168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1920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界面简洁直观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操作逻辑清晰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291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错误提示友好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技术总结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651760" cy="37490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知识可靠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ST-RAG提升到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 Precision@5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651760" cy="37490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38328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个性适配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三层记忆达到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0.87匹配准确率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651760" cy="37490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21792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协同决策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多智能体实现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0.93任务完成率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相关技术综述：RAG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检索增强生成（RAG）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基础架构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文档解析→切分→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向量化→检索→生成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28016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28016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向量检索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1965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双塔编码架构，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余弦相似度匹配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8016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高级策略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965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MQE多查询扩展、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HyDE假设文档嵌入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128016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128016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86600" y="1965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Self-RAG、CRAG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自主决策检索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向量数据库：ChromaDB（HNSW索引，毫秒级检索）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相关技术综述：长期记忆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大语言模型的记忆机制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011680" cy="301752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认知科学基础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Atkinson-Shiffrin模型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工作记忆模型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情景与语义记忆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280160"/>
            <a:ext cx="2011680" cy="301752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模型局限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参数化知识固化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会话级无状态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上下文迷失中间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2011680" cy="301752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外部记忆方案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向量存储历史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MemoryBank动态强化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分层记忆架构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1280160"/>
            <a:ext cx="2011680" cy="301752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记忆机制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8660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重要性评分写入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Ebbinghaus遗忘曲线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记忆巩固与检索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相关技术综述：多智能体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多智能体系统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LLM智能体架构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ReAct：推理与行动交织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Plan-and-Solve：先规划后执行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Reflexion：自我反思机制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28016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协作框架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AutoGen：可定制多方会话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MetaGPT：标准作业流程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LangGraph：状态图编排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协同调度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多标签意图识别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主从/并行协作模式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条件激活与层次调度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ST-RAG详细设计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语义增强RAG策略（ST-RAG）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HyDE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234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生成假设性专业回答，映射到专业知识空间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659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MQE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965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将复杂训练问题拆解为多个语义子查询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97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记忆感知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697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从语义/情景记忆中提取用户状态摘要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429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RRF融合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429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 Fusion综合多查询排名结果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60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引用约束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4160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提示词约束强制引用，后处理校验降幻觉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三层记忆详细设计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记忆与RAG联动机制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155448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2011680"/>
                <a:gridCol w="201168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记忆类型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更新频率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容量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工作记忆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维护当前会话上下文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每次交互更新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10轮对话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情景记忆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保存历史训练事件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每次交互更新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无限制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语义记忆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抽象存储长期特征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偶尔更新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无限制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记忆感知检索流程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3375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从语义记忆提取用户长期状态（训练目标、伤病历史、能力等级）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从情景记忆提取近期训练背景（近期负荷、恢复状态）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与当前问题拼接为增强查询：Query + User State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检索结果优先匹配用户个体状态，实现真正的个性化训练指导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多智能体协同流程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请求路由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188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多标签意图识别，判断问题涉及的专业领域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65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任务分发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单智能体模式 vs 多智能体模式动态切换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0604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43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协同执行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7432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各角色智能体独立调用RAG子系统完成专业推理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38328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结果整合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5204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综合智能体统一整合多角色输出，冲突消解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16052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97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异常兜底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42976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单点故障时自动降级，保证系统可用性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结论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本文工作总结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提出ST-RAG语义增强RAG策略，结合MQE与HyDE解决知识失配问题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设计三层记忆体系，实现跨会话用户状态追踪与个性化检索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构建基于LangGraph的多智能体协同架构，实现专业分工与协同决策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完成系统全流程工程实现与多维度测试验证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未来工作展望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0700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20700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知识库动态更新机制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804672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9385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9385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多模态感知能力扩展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804672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67004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个性化自适应训练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804672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40156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4015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系统可扩展性优化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13308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13308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可解释性与安全性提升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2344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Vue3 + Vite + Axios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94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1945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LangGraph + SQLAlchemy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154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1546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ChromaDB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114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41148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Embedding Model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-914400"/>
            <a:ext cx="365760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请批评指正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200400"/>
            <a:ext cx="2743200" cy="1828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刘冰彦 | 22301126 | 软件学院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北京交通大学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基于多智能体与检索增强生成的智能运动训练系统</dc:title>
  <dc:subject>PptxGenJS Presentation</dc:subject>
  <dc:creator>刘冰彦</dc:creator>
  <cp:lastModifiedBy>刘冰彦</cp:lastModifiedBy>
  <cp:revision>1</cp:revision>
  <dcterms:created xsi:type="dcterms:W3CDTF">2026-05-11T07:56:10Z</dcterms:created>
  <dcterms:modified xsi:type="dcterms:W3CDTF">2026-05-11T07:56:10Z</dcterms:modified>
</cp:coreProperties>
</file>