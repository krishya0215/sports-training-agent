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本文工作总结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868680"/>
            <a:ext cx="7863840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07008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1155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ST-RAG 语义增强检索策略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40817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HyDE语义映射 + MQE多维扩展 + 记忆感知检索，解决训练指导缺乏科学依据问题</a:t>
            </a:r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P@5=0.84  R@5=0.79  Faith.=0.88  Rel.=0.91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234440" y="1828800"/>
            <a:ext cx="68580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56816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18653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三层记忆机制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1579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工作记忆 + 情景记忆 + 语义记忆，结合Memory-Aware Retrieval实现个性化训练决策</a:t>
            </a:r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个性化匹配准确率 0.87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234440" y="2578608"/>
            <a:ext cx="68580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06624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2615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多智能体协同架构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9077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训练规划、技术指导、运动康复三个专业智能体，基于LangGraph协同状态图</a:t>
            </a:r>
            <a:pPr indent="0" marL="0">
              <a:buNone/>
            </a:pPr>
            <a:r>
              <a:rPr lang="en-US" sz="10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任务完成率 0.93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34440" y="3328416"/>
            <a:ext cx="68580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456432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364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多模态知识库建设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6576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支持PDF/Markdown/TXT多格式处理，图像语义描述与图文统一向量化存储检索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234440" y="4078224"/>
            <a:ext cx="68580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206240"/>
            <a:ext cx="384048" cy="384048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4114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端到端系统集成与验证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4074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+ Vue3 全栈实现，渐进消融实验验证三大模块协同效果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本文工作总结</dc:title>
  <dc:subject>PptxGenJS Presentation</dc:subject>
  <dc:creator>PptxGenJS</dc:creator>
  <cp:lastModifiedBy>PptxGenJS</cp:lastModifiedBy>
  <cp:revision>1</cp:revision>
  <dcterms:created xsi:type="dcterms:W3CDTF">2026-06-02T10:35:26Z</dcterms:created>
  <dcterms:modified xsi:type="dcterms:W3CDTF">2026-06-02T10:35:26Z</dcterms:modified>
</cp:coreProperties>
</file>